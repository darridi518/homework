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22.01.2026</a:t>
            </a:fld>
            <a:endParaRPr lang="ru-RU" dirty="0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22.01.2026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22.01.2026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22.01.2026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22.01.2026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22.01.2026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22.01.2026</a:t>
            </a:fld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22.01.2026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716016" y="6093296"/>
            <a:ext cx="6400800" cy="1752600"/>
          </a:xfrm>
        </p:spPr>
        <p:txBody>
          <a:bodyPr>
            <a:normAutofit/>
          </a:bodyPr>
          <a:lstStyle/>
          <a:p>
            <a:r>
              <a:rPr lang="ru-RU" dirty="0" smtClean="0"/>
              <a:t>Печерин</a:t>
            </a:r>
            <a:r>
              <a:rPr lang="ru-RU" dirty="0" smtClean="0"/>
              <a:t> Егор </a:t>
            </a:r>
          </a:p>
          <a:p>
            <a:r>
              <a:rPr lang="ru-RU" dirty="0" smtClean="0"/>
              <a:t>ИИ-71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выбором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98613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выбором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 алгоритм, который проходя по всему списку находит самый маленький элемент и ставит его в начало списка. Процесс повторяется пока все элементы списка не окажутся упорядоченными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21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Наглядная визуализация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092848"/>
            <a:ext cx="6840760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526528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Преимущества и минусы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3898776" cy="4373563"/>
          </a:xfrm>
        </p:spPr>
        <p:txBody>
          <a:bodyPr/>
          <a:lstStyle/>
          <a:p>
            <a:pPr marL="114300" indent="0" algn="ctr">
              <a:buNone/>
            </a:pPr>
            <a:r>
              <a:rPr lang="ru-RU" dirty="0" smtClean="0"/>
              <a:t>Плюсы</a:t>
            </a:r>
            <a:r>
              <a:rPr lang="en-US" dirty="0" smtClean="0"/>
              <a:t>:</a:t>
            </a:r>
            <a:endParaRPr lang="ru-RU" dirty="0" smtClean="0"/>
          </a:p>
          <a:p>
            <a:r>
              <a:rPr lang="ru-RU" sz="2000" b="1" dirty="0"/>
              <a:t>Простота </a:t>
            </a:r>
            <a:r>
              <a:rPr lang="ru-RU" sz="2000" b="1" dirty="0" smtClean="0"/>
              <a:t>реализации</a:t>
            </a:r>
          </a:p>
          <a:p>
            <a:r>
              <a:rPr lang="ru-RU" sz="2000" b="1" dirty="0"/>
              <a:t>Относительно небольшое потребление памяти</a:t>
            </a:r>
            <a:endParaRPr lang="ru-RU" sz="2000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4572000" y="1772816"/>
            <a:ext cx="3898776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Font typeface="Arial" pitchFamily="34" charset="0"/>
              <a:buNone/>
            </a:pPr>
            <a:r>
              <a:rPr lang="ru-RU" dirty="0" smtClean="0"/>
              <a:t>Минусы</a:t>
            </a:r>
            <a:r>
              <a:rPr lang="en-US" dirty="0" smtClean="0"/>
              <a:t>:</a:t>
            </a:r>
            <a:endParaRPr lang="ru-RU" dirty="0" smtClean="0"/>
          </a:p>
          <a:p>
            <a:r>
              <a:rPr lang="ru-RU" sz="2000" b="1" dirty="0"/>
              <a:t>Высокая временная </a:t>
            </a:r>
            <a:r>
              <a:rPr lang="ru-RU" sz="2000" b="1" dirty="0" smtClean="0"/>
              <a:t>сложность</a:t>
            </a:r>
          </a:p>
          <a:p>
            <a:r>
              <a:rPr lang="ru-RU" sz="2000" b="1" dirty="0"/>
              <a:t>Фиксированное количество операций </a:t>
            </a:r>
            <a:r>
              <a:rPr lang="ru-RU" sz="2000" b="1" dirty="0" smtClean="0"/>
              <a:t>сравнения</a:t>
            </a:r>
            <a:endParaRPr lang="en-US" sz="2000" b="1" dirty="0" smtClean="0"/>
          </a:p>
          <a:p>
            <a:r>
              <a:rPr lang="ru-RU" sz="2000" b="1" dirty="0" smtClean="0"/>
              <a:t>Полиноминальная сложность</a:t>
            </a: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345945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204864"/>
            <a:ext cx="6840760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1800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тека">
  <a:themeElements>
    <a:clrScheme name="Аптека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Аптека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Аптека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23</TotalTime>
  <Words>63</Words>
  <Application>Microsoft Office PowerPoint</Application>
  <PresentationFormat>Экран (4:3)</PresentationFormat>
  <Paragraphs>15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Аптека</vt:lpstr>
      <vt:lpstr>Сортировка выбором</vt:lpstr>
      <vt:lpstr>Сортировка выбором</vt:lpstr>
      <vt:lpstr>Наглядная визуализация</vt:lpstr>
      <vt:lpstr>Преимущества и минусы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Сортировка выбором</dc:title>
  <dc:creator>Larisa</dc:creator>
  <cp:lastModifiedBy>Лариса</cp:lastModifiedBy>
  <cp:revision>4</cp:revision>
  <dcterms:created xsi:type="dcterms:W3CDTF">2026-01-22T15:56:46Z</dcterms:created>
  <dcterms:modified xsi:type="dcterms:W3CDTF">2026-01-22T16:30:37Z</dcterms:modified>
</cp:coreProperties>
</file>